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</p:sldIdLst>
</p:presentation>
</file>

<file path=ppt/_rels/presentation.xml.rels><?xml version="1.0" encoding="UTF-8"?><Relationships xmlns="http://schemas.openxmlformats.org/package/2006/relationships"><Relationship Id="rId1" Type="slide" Target="slides/slide5.xml"/><Relationship Id="rId2" Type="slide" Target="slides/slide4.xml"/><Relationship Id="rId3" Type="slide" Target="slides/slide3.xml"/><Relationship Id="rId4" Type="slide" Target="slides/slide2.xml"/><Relationship Id="rId5" Type="slide" Target="slides/slide1.xml"/></Relationships>
</file>

<file path=ppt/slides/_rels/slide3.xml.rels><?xml version="1.0" encoding="UTF-8"?><Relationships xmlns="http://schemas.openxmlformats.org/package/2006/relationships"><Relationship Id="rIdImg" Type="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The end</a:t>
            </a:r>
          </a:p>
        </p:txBody>
      </p:sp>
      <p:sp>
        <p:nvSpPr>
          <p:cNvPr id="3" name="Body"/>
          <p:cNvSpPr/>
          <p:nvPr/>
        </p:nvSpPr>
        <p:txBody>
          <a:p>
            <a:pPr lvl="0"/>
            <a:r>
              <a:t>Thanks for trying it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Reading positions</a:t>
            </a:r>
          </a:p>
        </p:txBody>
      </p:sp>
      <p:sp>
        <p:nvSpPr>
          <p:cNvPr id="3" name="Body"/>
          <p:cNvSpPr/>
          <p:nvPr/>
        </p:nvSpPr>
        <p:txBody>
          <a:p>
            <a:pPr lvl="0"/>
            <a:r>
              <a:t>Each reader reports where you are</a:t>
            </a:r>
          </a:p>
          <a:p>
            <a:pPr lvl="1"/>
            <a:r>
              <a:t>Thumbnails show the page you stopped on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A picture</a:t>
            </a:r>
          </a:p>
        </p:txBody>
      </p:sp>
      <p:pic>
        <p:blipFill>
          <a:blip r:embed="rIdImg"/>
        </p:blipFill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What it reads</a:t>
            </a:r>
          </a:p>
        </p:txBody>
      </p:sp>
      <p:sp>
        <p:nvSpPr>
          <p:cNvPr id="3" name="Body"/>
          <p:cNvSpPr/>
          <p:nvPr/>
        </p:nvSpPr>
        <p:txBody>
          <a:p>
            <a:pPr lvl="0"/>
            <a:r>
              <a:t>PDF, Word, Excel, CSV, PowerPoint, text</a:t>
            </a:r>
          </a:p>
          <a:p>
            <a:pPr lvl="1"/>
            <a:r>
              <a:t>Its own engines, no web view</a:t>
            </a:r>
          </a:p>
          <a:p>
            <a:pPr lvl="1"/>
            <a:r>
              <a:t>Search in every format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open_reader_kit</a:t>
            </a:r>
          </a:p>
        </p:txBody>
      </p:sp>
      <p:sp>
        <p:nvSpPr>
          <p:cNvPr id="3" name="Body"/>
          <p:cNvSpPr/>
          <p:nvPr/>
        </p:nvSpPr>
        <p:txBody>
          <a:p>
            <a:pPr lvl="0"/>
            <a:r>
              <a:t>A sample deck for the example app</a:t>
            </a:r>
          </a:p>
          <a:p>
            <a:pPr lvl="1"/>
            <a:r>
              <a:t>Swipe or use the bar below</a:t>
            </a:r>
          </a:p>
        </p:txBody>
      </p:sp>
    </p:spTree>
  </p:cSld>
</p:sld>
</file>